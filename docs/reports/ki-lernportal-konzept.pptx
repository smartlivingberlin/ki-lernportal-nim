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https://elearningindustry.com/no-learner-left-behind-a-beginners-guide-to-creating-accessible-elearning-content#:~:text=Modern%20Standards%20And%20Principles%20Of,Accessible%20eLearning" TargetMode="External"/><Relationship Id="rId2" Type="http://schemas.openxmlformats.org/officeDocument/2006/relationships/hyperlink" Target="https://elearningindustry.com/no-learner-left-behind-a-beginners-guide-to-creating-accessible-elearning-content#:~:text=Building%20Accessible%20eLearning%3A%20The%20Top,15%20Simple%20Practices" TargetMode="External"/><Relationship Id="rId3" Type="http://schemas.openxmlformats.org/officeDocument/2006/relationships/hyperlink" Target="https://elearningindustry.com/no-learner-left-behind-a-beginners-guide-to-creating-accessible-elearning-content#:~:text=,speech%20for%20creating%20accessible%20eLearning" TargetMode="External"/><Relationship Id="rId4" Type="http://schemas.openxmlformats.org/officeDocument/2006/relationships/hyperlink" Target="https://teachingcommons.stanford.edu/teaching-guides/artificial-intelligence-teaching-guide/understanding-ai-literacy#:~:text=An%20AI%20literacy%20framework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hyperlink" Target="https://elearningindustry.com/no-learner-left-behind-a-beginners-guide-to-creating-accessible-elearning-content#:~:text=Modern%20Standards%20And%20Principles%20Of,Accessible%20eLearning" TargetMode="External"/><Relationship Id="rId9" Type="http://schemas.openxmlformats.org/officeDocument/2006/relationships/hyperlink" Target="https://teachingcommons.stanford.edu/teaching-guides/artificial-intelligence-teaching-guide/understanding-ai-literacy#:~:text=%2A%20Access%20common%20gen,Identify%20relevant%20campus%20policies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hyperlink" Target="https://teachingcommons.stanford.edu/teaching-guides/artificial-intelligence-teaching-guide/understanding-ai-literacy#:~:text=An%20AI%20literacy%20framework" TargetMode="External"/><Relationship Id="rId6" Type="http://schemas.openxmlformats.org/officeDocument/2006/relationships/hyperlink" Target="https://teachingcommons.stanford.edu/teaching-guides/artificial-intelligence-teaching-guide/understanding-ai-literacy#:~:text=%2A%20Access%20common%20gen,Identify%20relevant%20campus%20policies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hyperlink" Target="https://elearningindustry.com/no-learner-left-behind-a-beginners-guide-to-creating-accessible-elearning-content#:~:text=Building%20Accessible%20eLearning%3A%20The%20Top,15%20Simple%20Practices" TargetMode="External"/><Relationship Id="rId7" Type="http://schemas.openxmlformats.org/officeDocument/2006/relationships/hyperlink" Target="https://elearningindustry.com/no-learner-left-behind-a-beginners-guide-to-creating-accessible-elearning-content#:~:text=While%20various%20color%20schemes%20and,colors%20your%20accessible%20eLearning%20assets" TargetMode="External"/><Relationship Id="rId8" Type="http://schemas.openxmlformats.org/officeDocument/2006/relationships/hyperlink" Target="https://elearningindustry.com/no-learner-left-behind-a-beginners-guide-to-creating-accessible-elearning-content#:~:text=,speech%20for%20creating%20accessible%20eLearning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hyperlink" Target="https://elearningindustry.com/no-learner-left-behind-a-beginners-guide-to-creating-accessible-elearning-content#:~:text=Modern%20Standards%20And%20Principles%20Of,Accessible%20eLearning" TargetMode="External"/><Relationship Id="rId7" Type="http://schemas.openxmlformats.org/officeDocument/2006/relationships/hyperlink" Target="https://teachingcommons.stanford.edu/teaching-guides/artificial-intelligence-teaching-guide/understanding-ai-literacy#:~:text=,ethical%20positions%20on%20these%20issues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hyperlink" Target="https://teachingcommons.stanford.edu/teaching-guides/artificial-intelligence-teaching-guide/understanding-ai-literacy#:~:text=Generative%20AI%20technologies%2C%20unlike%20previous,reaching%20effects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hyperlink" Target="https://elearningindustry.com/no-learner-left-behind-a-beginners-guide-to-creating-accessible-elearning-content#:~:text=Modern%20Standards%20And%20Principles%20Of,Accessible%20eLearning" TargetMode="External"/><Relationship Id="rId3" Type="http://schemas.openxmlformats.org/officeDocument/2006/relationships/hyperlink" Target="https://teachingcommons.stanford.edu/teaching-guides/artificial-intelligence-teaching-guide/understanding-ai-literacy#:~:text=An%20AI%20literacy%20framework" TargetMode="External"/><Relationship Id="rId4" Type="http://schemas.openxmlformats.org/officeDocument/2006/relationships/hyperlink" Target="https://teachingcommons.stanford.edu/teaching-guides/artificial-intelligence-teaching-guide/understanding-ai-literacy#:~:text=Generative%20AI%20technologies%2C%20unlike%20previous,reaching%20effect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ai/share/70143e30-c8e6-49b5-8817-1ab401d15db0.png">    </p:cNvPr>
          <p:cNvPicPr>
            <a:picLocks noChangeAspect="1"/>
          </p:cNvPicPr>
          <p:nvPr/>
        </p:nvPicPr>
        <p:blipFill>
          <a:blip r:embed="rId1"/>
          <a:srcRect l="20139" r="20139" t="0" b="0"/>
          <a:stretch/>
        </p:blipFill>
        <p:spPr>
          <a:xfrm>
            <a:off x="4937760" y="365760"/>
            <a:ext cx="3931920" cy="4389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30A18"/>
                </a:solidFill>
              </a:rPr>
              <a:t>KI‑Portal
</a:t>
            </a:r>
            <a:pPr algn="l" indent="0" marL="0">
              <a:buNone/>
            </a:pPr>
            <a:r>
              <a:rPr lang="en-US" sz="1400" dirty="0">
                <a:solidFill>
                  <a:srgbClr val="5C5C5C"/>
                </a:solidFill>
              </a:rPr>
              <a:t>Einstieg in die digitale Welt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4B6B8"/>
                </a:solidFill>
              </a:rPr>
              <a:t>Lernen · Experimentieren · Wachsen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</a:rPr>
              <a:t>20. Mai 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A18"/>
                </a:solidFill>
              </a:rPr>
              <a:t>Vision &amp; Ziele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• Jedem den Zugang zu Künstlicher Intelligenz ermöglichen – auch Einsteigern ohne Vorkenntnisse
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• Motivierende Begleitung und sanfte Sprache an jedem Schritt
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• Modularer Lernpfad basierend auf funktionaler, ethischer, rhetorischer und pädagogischer KI‑Literacy
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• Barrierefreies Design (wahrnehmbar, bedienbar, verständlich, robust)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1"/>
              </a:rPr>
              <a:t>[1]</a:t>
            </a:r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[2]</a:t>
            </a:r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[4]</a:t>
            </a:r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4"/>
              </a:rPr>
              <a:t>[5]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A18"/>
                </a:solidFill>
              </a:rPr>
              <a:t>Modell‑Kategorien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LLM &amp; Code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325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Chatbots, Texte &amp; Programmcode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Embeddings &amp; RAG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14400" y="2331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NV‑Embed, Reranking &amp; Suche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0896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Sprache &amp; Audio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914400" y="3337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ASR (Parakeet), TTS (Magpie)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1480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4114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Vision &amp; 3D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914400" y="4343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OCR, Bild‑ und Videoanalyse</a:t>
            </a:r>
            <a:endParaRPr lang="en-US" sz="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097280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1208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Biowissenschaften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212080" y="1325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Drug Discovery (DiffDock), Proteinfaltung</a:t>
            </a:r>
            <a:endParaRPr lang="en-US" sz="8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103120"/>
            <a:ext cx="365760" cy="3657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1208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Optimierung &amp; Robotik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5212080" y="2331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cuOpt, Digital Twins</a:t>
            </a:r>
            <a:endParaRPr lang="en-US" sz="8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108960"/>
            <a:ext cx="365760" cy="3657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120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Dokumente &amp; Daten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5212080" y="3337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OCR &amp; Tabellenextraktion</a:t>
            </a:r>
            <a:endParaRPr lang="en-US" sz="800" dirty="0"/>
          </a:p>
        </p:txBody>
      </p:sp>
      <p:sp>
        <p:nvSpPr>
          <p:cNvPr id="24" name="Text 15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8"/>
              </a:rPr>
              <a:t>[1]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9"/>
              </a:rPr>
              <a:t>[6]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A18"/>
                </a:solidFill>
              </a:rPr>
              <a:t>Lernpfad für Einsteiger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 w="12700">
            <a:solidFill>
              <a:srgbClr val="A4B6B8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Konto &amp; Glossar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Registrieren &amp; Begriffe lernen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395728" y="2331720"/>
            <a:ext cx="237744" cy="91440"/>
          </a:xfrm>
          <a:prstGeom prst="rightArrow">
            <a:avLst/>
          </a:prstGeom>
          <a:solidFill>
            <a:srgbClr val="A4B6B8"/>
          </a:solidFill>
          <a:ln w="12700">
            <a:solidFill>
              <a:srgbClr val="A4B6B8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651760" y="18288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 w="12700">
            <a:solidFill>
              <a:srgbClr val="A4B6B8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9659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0896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Modelle erkunden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743200" y="2286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Interaktive Demos entdecken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90288" y="2331720"/>
            <a:ext cx="237744" cy="91440"/>
          </a:xfrm>
          <a:prstGeom prst="rightArrow">
            <a:avLst/>
          </a:prstGeom>
          <a:solidFill>
            <a:srgbClr val="A4B6B8"/>
          </a:solidFill>
          <a:ln w="12700">
            <a:solidFill>
              <a:srgbClr val="A4B6B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4846320" y="18288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 w="12700">
            <a:solidFill>
              <a:srgbClr val="A4B6B8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9659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Modul wählen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937760" y="2286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KI‑Literacy Modul starten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6784848" y="2331720"/>
            <a:ext cx="237744" cy="91440"/>
          </a:xfrm>
          <a:prstGeom prst="rightArrow">
            <a:avLst/>
          </a:prstGeom>
          <a:solidFill>
            <a:srgbClr val="A4B6B8"/>
          </a:solidFill>
          <a:ln w="12700">
            <a:solidFill>
              <a:srgbClr val="A4B6B8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7040880" y="18288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 w="12700">
            <a:solidFill>
              <a:srgbClr val="A4B6B8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96596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9808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Sandbox &amp; Experimente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132320" y="2286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Eigene Ideen ausprobieren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5"/>
              </a:rPr>
              <a:t>[5]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6"/>
              </a:rPr>
              <a:t>[6]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A18"/>
                </a:solidFill>
              </a:rPr>
              <a:t>Interaktive Funktionen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Chat‑Assistent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Persönliche Beratung &amp; Fragenbeantwortung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73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Glossar &amp; Übersetzungen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Einfache Begriffe und mehrsprachige Unterstützung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744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Schritt‑für‑Schritt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Geführte Tutorials &amp; Anleitungen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1752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584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Microlearning‑Quiz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Kleine Tests &amp; Gamification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5760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584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Videos &amp; Audio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Erklärvideos mit Untertiteln &amp; Transkripten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6"/>
              </a:rPr>
              <a:t>[2]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7"/>
              </a:rPr>
              <a:t>[3]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8"/>
              </a:rPr>
              <a:t>[4]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A18"/>
                </a:solidFill>
              </a:rPr>
              <a:t>Admin‑ &amp; Eigentümerbereich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Nutzerverwaltung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Konten &amp; Zugriffsrechte verwalten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828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Kurs &amp; Modellverwaltung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Module, Glossare &amp; Modelle pflegen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2560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Analytics &amp; Auswertungen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Nutzungsstatistiken &amp; Lernfortschritte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09728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86400" y="1097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Sicherheit &amp; Compliance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Datenschutz, DSGVO &amp; Backups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82880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486400" y="1828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Monetarisierung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Freemium, White‑Label &amp; Partnerprogramme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6"/>
              </a:rPr>
              <a:t>[1]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7"/>
              </a:rPr>
              <a:t>[7]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A18"/>
                </a:solidFill>
              </a:rPr>
              <a:t>Monetarisierungsmodelle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Freemium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Basisfunktionen gratis, Premium‑Pakete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Partner &amp; Affiliate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Provisionen für Partnerschaften und Referrals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SaaS &amp; White‑Label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Plattform im eigenen Branding für Unternehmen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9184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584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Enterprise Lizenzen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Großkunden &amp; B2B‑Pakete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2336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584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Werbung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Dezente, zielgruppenorientierte Anzeigen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6"/>
              </a:rPr>
              <a:t>[8]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A18"/>
                </a:solidFill>
              </a:rPr>
              <a:t>Zusammenfassung &amp; Ausblick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28016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Ein inklusiver Einstieg in die KI‑Welt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– Niedrige Barrieren und motivierende Sprache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– Klare Lernpfade und interaktive Hilfen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– Skalierbare Architektur &amp; monetisierbare Modelle
</a:t>
            </a:r>
            <a:pPr indent="0" marL="0">
              <a:buNone/>
            </a:pPr>
            <a:r>
              <a:rPr lang="en-US" sz="800" dirty="0">
                <a:solidFill>
                  <a:srgbClr val="5C5C5C"/>
                </a:solidFill>
              </a:rPr>
              <a:t>– Wertebasiert, human‑zentriert &amp; rechtssicher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4B6B8"/>
                </a:solidFill>
              </a:rPr>
              <a:t>Bereit für den nächsten Schritt?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A4B6B8"/>
                </a:solidFill>
              </a:rPr>
              <a:t>Baue mit uns die Zukunft des Lernens!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[1]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[5]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4"/>
              </a:rPr>
              <a:t>[8]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2026-05-20T08:33:08Z</dcterms:created>
  <dcterms:modified xsi:type="dcterms:W3CDTF">2026-05-20T08:33:08Z</dcterms:modified>
</cp:coreProperties>
</file>